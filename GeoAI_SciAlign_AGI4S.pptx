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3200400"/>
            <a:ext cx="897940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Sci-Align Dataset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Geological-Environmental Knowledge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Chile's Most Controversial Mining EIA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González Navarro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Adjunct Academic · Universidad del Alba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Serena, Región de Coquimbo, Chile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AGI4S Competition — Pista 1: Corpus Creation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Heywhale / sh_AI Lab ·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651760" cy="3291840"/>
          </a:xfrm>
          <a:prstGeom prst="rect">
            <a:avLst/>
          </a:prstGeom>
          <a:solidFill>
            <a:srgbClr val="F1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65176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Knowledge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trained on papers learn facts — not scientific reasoning in complex, uncertain environments.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34440"/>
            <a:ext cx="2651760" cy="3291840"/>
          </a:xfrm>
          <a:prstGeom prst="rect">
            <a:avLst/>
          </a:prstGeom>
          <a:solidFill>
            <a:srgbClr val="F1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234440"/>
            <a:ext cx="265176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Integration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965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Geology, hydrology, ecology and law exist in silos. No structured dataset connects them in a single territory.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651760" cy="3291840"/>
          </a:xfrm>
          <a:prstGeom prst="rect">
            <a:avLst/>
          </a:prstGeom>
          <a:solidFill>
            <a:srgbClr val="F1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234440"/>
            <a:ext cx="265176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965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documents are legally-binding science — traceable to methodology, lab, date, and page. This is unique.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Dominga (Coquimbo, Chile) — 12 years of review — is the ideal case to build this dataset.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Geological Context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Franja Ferrífera Costera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(Coastal Iron Belt)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Cretaceous metallogenic province hosting world-class Fe-Cu-Au deposits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54203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structurally by the Atacama Fault System — one of the longest fault systems in the world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07238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Intrusive rocks ~100 Ma (diorites, granodiorites) cutting volcanic sequences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60273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Miocene detritic sediments of hydrogeological importance (aquifers)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13308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formations: Punta del Cobre, Confluencia, Arqueros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188720"/>
            <a:ext cx="1737360" cy="15544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120640" y="2057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processed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MinerU 3.1.15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188720"/>
            <a:ext cx="1737360" cy="15544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40880" y="2057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Lithological units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3017520"/>
            <a:ext cx="1737360" cy="15544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120640" y="3886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systems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3017520"/>
            <a:ext cx="1737360" cy="15544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040880" y="3886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Hydrological basins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waterways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Construction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920240" cy="29260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PDFs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PDFs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Dominga · SEIA Chile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12848" y="2377440"/>
            <a:ext cx="20116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1234440"/>
            <a:ext cx="1920240" cy="29260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2316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MinerU 3.1.15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23160" y="25603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933 pages · 594 tables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61688" y="2377440"/>
            <a:ext cx="20116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234440"/>
            <a:ext cx="1920240" cy="292608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7200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5603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ontology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Geology · Ecology · Law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10528" y="2377440"/>
            <a:ext cx="20116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1234440"/>
            <a:ext cx="1920240" cy="2926080"/>
          </a:xfrm>
          <a:prstGeom prst="rect">
            <a:avLst/>
          </a:prstGeom>
          <a:solidFill>
            <a:srgbClr val="1A6B3C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0840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2084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Sci-Align JSONL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25603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 records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CC-BY-4.0 · GitHub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MinerU is the mandatory primary tool per AGI4S competition requirements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Statistics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20240" cy="1463040"/>
          </a:xfrm>
          <a:prstGeom prst="rect">
            <a:avLst/>
          </a:prstGeom>
          <a:solidFill>
            <a:srgbClr val="F1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9202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1920240" cy="1463040"/>
          </a:xfrm>
          <a:prstGeom prst="rect">
            <a:avLst/>
          </a:prstGeom>
          <a:solidFill>
            <a:srgbClr val="F1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1143000"/>
            <a:ext cx="19202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42316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UTM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1920240" cy="1463040"/>
          </a:xfrm>
          <a:prstGeom prst="rect">
            <a:avLst/>
          </a:prstGeom>
          <a:solidFill>
            <a:srgbClr val="F1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43000"/>
            <a:ext cx="19202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7200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Explicit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1143000"/>
            <a:ext cx="1920240" cy="1463040"/>
          </a:xfrm>
          <a:prstGeom prst="rect">
            <a:avLst/>
          </a:prstGeom>
          <a:solidFill>
            <a:srgbClr val="F1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1143000"/>
            <a:ext cx="19202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72084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88920"/>
          <a:ext cx="8595360" cy="214884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EstacionMuestreo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Meteorological, water quality, soil stations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 Animalia · 19 Plantae — genus-validated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CuencaHidrologica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Basins and waterways with DGA codes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UnidadLitologica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Formations + plutonic complexes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Acuifero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aquifers with recharge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FallaEstructura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Including Atacama Fault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Geological-Environmental Ontology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1554480" cy="347472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234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18288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Territory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246888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UnidadLitologica · FallaEstructura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CuencaHidrologica · Acuifero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47672" y="1143000"/>
            <a:ext cx="1554480" cy="347472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47672" y="1234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47672" y="18288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Components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47672" y="246888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· ComponenteProyecto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AreaInfluencia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66744" y="1143000"/>
            <a:ext cx="1554480" cy="34747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66744" y="1234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66744" y="18288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Baseline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66744" y="246888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EstacionMuestreo · ParametroMedido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ResultadoAnalitico · Especie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85816" y="1143000"/>
            <a:ext cx="1554480" cy="3474720"/>
          </a:xfrm>
          <a:prstGeom prst="rect">
            <a:avLst/>
          </a:prstGeom>
          <a:solidFill>
            <a:srgbClr val="1A6B3C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85816" y="1234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85816" y="18288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Chain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85816" y="246888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· Laboratorio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DocumentoFuente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04888" y="1143000"/>
            <a:ext cx="1554480" cy="3474720"/>
          </a:xfrm>
          <a:prstGeom prst="rect">
            <a:avLst/>
          </a:prstGeom>
          <a:solidFill>
            <a:srgbClr val="6B3CA0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04888" y="1234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104888" y="18288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04888" y="246888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NormaAmbiental · AreaProtegida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RegionComuna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are incremental — new connections added without breaking existing schema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Scientific 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28600" cy="2286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43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14300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of Ministers rejects Dominga environmental permit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35608"/>
            <a:ext cx="45720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57400"/>
            <a:ext cx="228600" cy="2286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01168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Court of Chile reverts case after 12 years of review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04288"/>
            <a:ext cx="45720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228600" cy="2286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8803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88036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paper published: "Societalisation of Chile's Dominga Project" (ResearchGate)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72968"/>
            <a:ext cx="45720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94760"/>
            <a:ext cx="228600" cy="2286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49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374904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denies final permit — Humboldt Penguin Reserve protection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17720"/>
            <a:ext cx="85953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AI can reason correctly about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socio-environmental tensions,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have taken a real step toward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understanding of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territories in conflict."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352044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github.com/cgn1618-coder/la-serena-digital-mineru-pipeline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CC-BY-4.0  ·  Tool: MinerU 3.1.15  ·  Format: Sci-Align JSONL  ·  Records: 402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González Navarro · Adjunct Academic · Universidad del Alba · La Serena, Chile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GeoAI Sci-Align Dataset — AGI4S Competition</dc:title>
  <dc:subject>PptxGenJS Presentation</dc:subject>
  <dc:creator>Carlos Gonzalez Navarro</dc:creator>
  <cp:lastModifiedBy>Carlos Gonzalez Navarro</cp:lastModifiedBy>
  <cp:revision>1</cp:revision>
  <dcterms:created xsi:type="dcterms:W3CDTF">2026-05-26T16:48:34Z</dcterms:created>
  <dcterms:modified xsi:type="dcterms:W3CDTF">2026-05-26T16:48:34Z</dcterms:modified>
</cp:coreProperties>
</file>