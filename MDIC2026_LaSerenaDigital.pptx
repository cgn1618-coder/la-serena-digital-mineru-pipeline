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La Serena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拉塞雷纳数字地质环境语料库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2026 MinerU 数据智能与前沿语料挑战赛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赛道一：AGI4S 前沿语料 · 赛道三：能源行业应用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Team: La Serena Digital · Carlos González · Chile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🔍 问题陈述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智利是全球最大铜生产国（占全球28%），矿业环境影响评估产生海量西班牙语文档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现有文档解析模型仅优化英语通用领域——西班牙语地质/环境文档解析质量低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环境监管机构（SEA/SMA）缺乏自动化工具追溯EIA承诺与实际合规情况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多模态科学文档（地质图、化学表、LaTeX公式）的跨模态理解仍是开放挑战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科金博大区集中了Dominga、Los Pelambres等大型采矿项目与Humboldt群岛生态保护区——冲突需要数据驱动的决策支持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La Serena Digital Geo-Environmental Corpus —— 面向地球科学与环境监管的双语AI-Ready数据集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📊 核心指标：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• 86个MinerU v4解析文档（45地质 + 25生态 + 16智利环境法规）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• 4,814张提取图片 + 985张结构化表格 + 24,275个文本块（BGE-M3嵌入）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• Neo4j知识图谱：29,789个节点 + 30,317条关系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• Qdrant向量数据库：1,024维语义检索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• 251个SEIA采矿项目（含投资额、坐标、审批状态）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🎯 三层本体论：SWEET/ENVO/Mindat → 矿业环境扩展 → 智利监管框架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🔗 全开源：CC-BY-4.0数据集 + Apache 2.0代码 + 公开模型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数据处理流程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全流程基于MinerU v4 + Neo4j + Qdrant: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1️⃣ 文档获取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• 70本地质/生态学术PDF + 16个SEIA官方文件（Dominga项目）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• 251个采矿项目通过SEIA API爬取（含元数据、坐标）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2️⃣ MinerU v4解析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• PDF → Markdown + JPG图片 + HTML表格 + LaTeX公式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• 超200页自动分割（PyMuPDF），批量异步处理（986 PDFs）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3️⃣ 知识图谱构建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• 15种节点类型 + 13种关系类型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• 实体提取：矿物、位置、法律条文、机构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4️⃣ 向量化与检索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 • BGE-M3生成1,024维向量 → Qdrant存储 → 语义搜索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🧠 知识图谱架构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三层本体论设计：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Layer 1: 地球科学上层本体（SWEET/ENVO/Mindat）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矿物分类、地质构造、地球化学过程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Layer 2: 矿业-环境中层扩展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采矿方法、环境影响类型、污染物路径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采样理论（Pitard）→ 环境修复的跨域知识迁移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Layer 3: 智利监管框架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Ley 19.300（环境基线法）、Ley 20.417（创建SEA/SMA）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DS 40/2012（SEIA条例）、Ley 20.551（矿山关闭）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Acuerdo de Escazú（环境民主化国际条约）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Graph RAG溯源示例：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问题："¿Qué impacto tendría Dominga sobre la Reserva Pingüino de Humboldt?"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SEIA文档 → 具体段落 → RCA条件 → 司法判决 → 源PDF页码 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🤖 领域模型微调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Sci-Align：从语料库到领域适应模型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基础模型：MinerU 2.5 (Qwen2VL, 1.2B参数)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微调方案：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框架：HuggingFace PEFT + QLoRA 4-bit (NF4)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LoRA配置：r=8, alpha=16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训练数据：86条西班牙语地质文本识别样本（源自本语料库）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训练环境：Google Colab T4 (16 GB VRAM, 免费)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训练轮数：3 epochs，约2小时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Adapter大小：仅4.15 MB (BF16)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验证结果：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✅ VPS本地CPU推理：加载18秒，~4 tok/s，RAM 3 GB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✅ 无需云端API依赖——完全离线可用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✅ 公开在HuggingFace：Karlangaz/MinerU2.5-Geologia-ES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✅ 质量评估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双重评估框架 —— 全部免费（$0.00 USD）：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📋 Dingo (OpenDataLab) — 规则化质量评估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9项评估指标：文本完整性、格式一致性、编码验证、去重检测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🏆 结果：86/86 文档评级 GOOD（零关键错误）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📐 OmniDocBench (CVPR 2025) — 文档解析基准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CDM指标：化学/文档数学公式识别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🏆 结果：CDM F1 = 1.000（55条LaTeX公式，6个文档）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📊 语料库统计：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平均每文档56张图 | 11.5张表 | 282个文本块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文档类别：地质44 (51%) + 生态25 (29%) + 法规17 (20%)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许可证类型：EIA 15 + DIA 236 | 状态：已批准140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🏭 案例研究：Dominga采矿项目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项目背景：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投资额：约US$2,500M | 地点：La Higuera, Región de Coquimbo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SEIA ID：2128565332 | 状态：已批准（司法争议中）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冲突焦点：铁矿+铜矿+港口 → 距Humboldt企鹅保护区仅30km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语料库中的Dominga：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16份SEIA官方文档完整解析（RCA、判决书、许可证、公众参与）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Graph RAG可回答：污染物排放、保护区影响、缓解措施、法律合规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示例查询与溯源：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Q: "Dominga项目会产生哪些大气污染物？"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[RCA_Dominga.pdf §4.2.1] 识别MP10, MP2.5, SO₂, NOx排放源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[Sentencia_ICA_2025.pdf ¶45] 法院关于空气质量模型验证的裁定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→ [EIA_Dominga §6.3] 建议的布袋除尘+湿式洗涤器缓解措施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价值：每条声明可追溯到源文档的具体段落和页码 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🌐 门户平台 &amp; 生态系统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生产环境部署：https://laserenadigital.cl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Portal功能：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🗺️ 交互式GIS地图：502个矿业项目 + 保护区多边形叠加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📚 案例研究系统：Dominga等采矿冲突的完整时间线和文档链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🔍 语义搜索：BGE-M3 + Qdrant全文检索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📝 CMS文章系统：Markdown编辑器 + AI辅助写作（DeepSeek）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🤖 本地文档问答：Qwen 2.5 7B推理，零API成本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技术栈：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后端：FastAPI + Jinja2 + Neo4j + Qdrant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前端：零JS服务端渲染（SEO原生）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部署：Contabo VPS (6 vCPU, 12 GB RAM, Ubuntu)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LLM：DeepSeek v4（分析）+ Qwen 2.5本地（文档QA）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独立脚本生态：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mineru_batch.py | mineru_poll.py | mineru_split.py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  • mineru_ingest_neo4j.py | local_doc_qa.py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科学影响与未来方向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科学贡献：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✨ 首个面向西班牙语地质环境监管的开源MinerU语料库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✨ 唯一桥接英文学术文献与西语法规文档的双语知识图谱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✨ 三层本体论（科学→矿业→监管）的跨域语义查询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✨ 领域微调MinerU 2.5模型（4.15 MB adapter）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✨ Graph RAG溯源：每个AI回答可追踪到源文档段落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未来方向：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🔮 整合SciVerse（25M+论文）→ 外部文献增强RAG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🔮 时序监管合规监控（SMA执法数据 vs EIA承诺）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🔮 扩展至秘鲁、阿根廷等拉美矿业国家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🔮 PostGIS集成 → 高级空间分析（缓冲区、流域交叉）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🔮 多语言扩展：葡萄牙语、克丘亚语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开放协作：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📂 HF: Karlangaz/la-serena-digital-geo-corpus (CC-BY-4.0)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💻 GitHub: cgn1618-coder/la-serena-digital-mineru-pipeline (Apache 2.0)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🤖 Model: Karlangaz/MinerU2.5-Geologia-ES (Apache 2.0)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  🌍 Portal: https://laserenadigital.cl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La Serena Digital — 拉塞雷纳数字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拉塞雷纳数字地质环境语料库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2026 MinerU 数据智能与前沿语料挑战赛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赛道一：AGI4S 前沿语料 · 赛道三：能源行业应用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联络：corpus@laserena-digital.cl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https://laserenadigital.cl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AAAA"/>
                </a:solidFill>
              </a:defRPr>
            </a:pPr>
            <a:r>
              <a:t>Team: La Serena Digital · Carlos González · Chile ·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